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 (0-2 min, [A]). Presentarse, decir el nombre del proyecto y el objetivo en una frase: un gestor de tareas Kanban que evolucionó de React puro a una app full stack con base de datos y login. Nombrar las tecnologías.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(parte de la intro). Enfatizar el 'antes y después': de datos en memoria (se perdían al recargar) a datos persistentes en PostgreSQL, con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Tecnologías (parte de la intro). Repasar las 6 piezas por capa: frontend, backend, base de datos, ORM y las dos de autenticación (JWT y bcrypt).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(2-5 min, [B]). Explicar el flujo: React manda la petición con el token → Express la recibe y, con requireAuth, revisa el token → Prisma traduce a SQL → PostgreSQL responde. Abajo, cómo el login produce el token (bcrypt.compare + jwt.sign). Frase: 'el navegador nunca habla con la base directamente; siempre pasa por el backend'.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Prisma + PostgreSQL (parte de arquitectura). Explicar qué es un ORM con el ejemplo: escribimos prisma.task.findMany() y Prisma genera el SELECT. Mencionar que las tablas Task y User se crearon con migraciones.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 (parte de la explicación de Prisma/arquitectura). CRUD son las 4 operaciones básicas sobre datos. Explicar que cada acción de la app (agregar, ver el tablero, editar/mover, borrar) es un método HTTP que Express recibe y Prisma ejecuta sobre PostgreSQL. Todas estas rutas están protegidas con el token (requireAuth). Este es el corazón de la integración full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Autenticación (11-13 min, [B]). Explicar las 4 piezas apoyándose en el código. Clave de bcrypt: el hash es irreversible; en el login se re-calcula y se compara (bcrypt.compare), no se 'desencripta'. Clave de JWT: token firmado que prueba que ya iniciaste sesión. Ruta protegida: el middleware requireAuth corta con 401 si no hay token válido.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(5-11 min, [A] navegador + [B] Prisma Studio/Thunder Client). Seguir el orden de la checklist de presentacion-final.md. Si algo falla, explicar qué debería pasar y mostrar capturas.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de respaldo. Reemplazar los cuadros grises con capturas reales del proyecto (login, kanban, Prisma Studio mostrando el hash de la contraseña, y Thunder Client con el token). Sirven de evidencia si la demo en vivo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(13-15 min, [A]). Personalizar las dificultades con lo que de verdad les costó. Cerrar con la frase guía del siguiente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Leer la frase guía con calma y agradecer. Estar listos para preguntas (ver sección de preguntas probables en presentacion-final.md).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FULL STACK · CIERRE DE MÓDULO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Full Stack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tareas Kanban con React, Express, PostgreSQL y autenticación JWT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909828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63240"/>
            <a:ext cx="90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96212" y="306324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8" name="Text 6"/>
          <p:cNvSpPr/>
          <p:nvPr/>
        </p:nvSpPr>
        <p:spPr>
          <a:xfrm>
            <a:off x="1696212" y="306324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62656" y="306324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10" name="Text 8"/>
          <p:cNvSpPr/>
          <p:nvPr/>
        </p:nvSpPr>
        <p:spPr>
          <a:xfrm>
            <a:off x="2962656" y="30632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23944" y="306324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12" name="Text 10"/>
          <p:cNvSpPr/>
          <p:nvPr/>
        </p:nvSpPr>
        <p:spPr>
          <a:xfrm>
            <a:off x="4123944" y="306324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05856" y="3063240"/>
            <a:ext cx="699516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14" name="Text 12"/>
          <p:cNvSpPr/>
          <p:nvPr/>
        </p:nvSpPr>
        <p:spPr>
          <a:xfrm>
            <a:off x="5705856" y="3063240"/>
            <a:ext cx="699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51676" y="306324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30632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12964" y="306324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2A3746"/>
          </a:solidFill>
          <a:ln/>
        </p:spPr>
      </p:sp>
      <p:sp>
        <p:nvSpPr>
          <p:cNvPr id="18" name="Text 16"/>
          <p:cNvSpPr/>
          <p:nvPr/>
        </p:nvSpPr>
        <p:spPr>
          <a:xfrm>
            <a:off x="7712964" y="30632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1]   ·   [Nombre 2]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gestor de tareas tipo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organizar el trabajo en cuatro columnas.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Empezó como una app de React con los datos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 perdían al recargar) y evolucionó a una aplicación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datos se guardan de verdad en una base de datos y el acceso está protegido con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57800" y="1371600"/>
            <a:ext cx="868680" cy="2743200"/>
          </a:xfrm>
          <a:prstGeom prst="roundRect">
            <a:avLst>
              <a:gd name="adj" fmla="val 7368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67528" y="1517904"/>
            <a:ext cx="128016" cy="128016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7" name="Text 5"/>
          <p:cNvSpPr/>
          <p:nvPr/>
        </p:nvSpPr>
        <p:spPr>
          <a:xfrm>
            <a:off x="553212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67528" y="187452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67528" y="242316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868680" cy="2743200"/>
          </a:xfrm>
          <a:prstGeom prst="roundRect">
            <a:avLst>
              <a:gd name="adj" fmla="val 7368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15179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7648" y="187452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42316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371600"/>
            <a:ext cx="868680" cy="2743200"/>
          </a:xfrm>
          <a:prstGeom prst="roundRect">
            <a:avLst>
              <a:gd name="adj" fmla="val 7368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87768" y="1517904"/>
            <a:ext cx="128016" cy="128016"/>
          </a:xfrm>
          <a:prstGeom prst="ellipse">
            <a:avLst/>
          </a:prstGeom>
          <a:solidFill>
            <a:srgbClr val="FFB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87768" y="187452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7768" y="242316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371600"/>
            <a:ext cx="868680" cy="2743200"/>
          </a:xfrm>
          <a:prstGeom prst="roundRect">
            <a:avLst>
              <a:gd name="adj" fmla="val 7368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1517904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47888" y="187452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2423160"/>
            <a:ext cx="64922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72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TypeScript. La interfaz y las peticiones al backend.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3552" y="13258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72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TypeScript. Recibe peticiones y responde JSON.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9904" y="1325880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72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1072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corriendo en Docker. Guarda tareas y usuarios.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· Prisma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33741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TypeScript y SQL. Sin escribir SQL a mano.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73552" y="2843784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AF0D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JWT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33741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 que prueba que el usuario inició sesión.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904" y="2843784"/>
            <a:ext cx="2688336" cy="1371600"/>
          </a:xfrm>
          <a:prstGeom prst="roundRect">
            <a:avLst>
              <a:gd name="adj" fmla="val 6000"/>
            </a:avLst>
          </a:prstGeom>
          <a:solidFill>
            <a:srgbClr val="FAF0D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bcrypt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33741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contraseñas: nunca se guardan en texto plano.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cómo viaja una petición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AF2F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45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· :5173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41732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AF2F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545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:3000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E4F4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453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379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E4F4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453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18379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:5432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22576" y="1792224"/>
            <a:ext cx="292608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17136" y="1792224"/>
            <a:ext cx="292608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74536" y="1792224"/>
            <a:ext cx="292608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286000" y="1106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token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258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revisa el token antes de tocar la base de datos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(al iniciar sesión)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AF0D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contraseña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51760" y="3310128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AF0D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5176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371246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vs hash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3310128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AF0D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7124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 token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40880" y="3310128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408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7124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caduca en 1h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22576" y="3675888"/>
            <a:ext cx="274320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654296" y="3675888"/>
            <a:ext cx="274320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711696" y="3675888"/>
            <a:ext cx="274320" cy="0"/>
          </a:xfrm>
          <a:prstGeom prst="line">
            <a:avLst/>
          </a:prstGeom>
          <a:noFill/>
          <a:ln w="22225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vuelve a React, que lo guarda y lo manda en cada petición (Authorization: Bearer …)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y PostgreSQL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base de datos: guarda las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tablas, en disco.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traductor entre TypeScript y SQL. Las tablas se crean con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94960" y="14173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111A2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96128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código escribimos: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96128" y="18836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prisma.task.findMany()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96128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ejecuta por nosotros: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96128" y="27066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"Task"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la base:  </a:t>
            </a:r>
            <a:pPr indent="0" marL="0">
              <a:buNone/>
            </a:pPr>
            <a:r>
              <a:rPr lang="en-US" sz="14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(tareas)   ·   </a:t>
            </a:r>
            <a:pPr indent="0" marL="0">
              <a:buNone/>
            </a:pPr>
            <a:r>
              <a:rPr lang="en-US" sz="1400" b="1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(usuarios)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las 4 operaciones sobre las tareas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</a:t>
            </a:r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Cada acción de la app es un método HTTP que el backend traduce a una llamada de Prisma.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664208"/>
            <a:ext cx="402336" cy="40233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42032" y="15361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15361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prisma.task.create()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53619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con el botón 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432304"/>
            <a:ext cx="402336" cy="40233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30428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42032" y="230428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/tasks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97680" y="23042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prisma.task.findMany()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3042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tablero al abrir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200400"/>
            <a:ext cx="402336" cy="40233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0723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42032" y="307238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/tasks/:id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97680" y="30723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prisma.task.update()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07238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 mover de columna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968496"/>
            <a:ext cx="402336" cy="402336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8720" y="3840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542032" y="38404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48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/tasks/:id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38404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prisma.task.delete()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8404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con la papelera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Autenticación: login, bcrypt, JWT y ruta protegida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2468880"/>
          </a:xfrm>
          <a:prstGeom prst="roundRect">
            <a:avLst>
              <a:gd name="adj" fmla="val 4091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670048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manda email y contraseña a POST /login.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87752" y="1463040"/>
            <a:ext cx="2011680" cy="2468880"/>
          </a:xfrm>
          <a:prstGeom prst="roundRect">
            <a:avLst>
              <a:gd name="adj" fmla="val 4091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91640"/>
            <a:ext cx="457200" cy="457200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22860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se guarda hasheada ($2b$10$…), nunca en texto plano. El login compara con bcrypt.compare.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18304" y="1463040"/>
            <a:ext cx="2011680" cy="2468880"/>
          </a:xfrm>
          <a:prstGeom prst="roundRect">
            <a:avLst>
              <a:gd name="adj" fmla="val 4091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1691640"/>
            <a:ext cx="457200" cy="457200"/>
          </a:xfrm>
          <a:prstGeom prst="ellipse">
            <a:avLst/>
          </a:prstGeom>
          <a:solidFill>
            <a:srgbClr val="0E9E96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19472" y="22860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2670048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credenciales son correctas, el backend firma un token que caduca en 1 hora.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48856" y="1463040"/>
            <a:ext cx="2011680" cy="2468880"/>
          </a:xfrm>
          <a:prstGeom prst="roundRect">
            <a:avLst>
              <a:gd name="adj" fmla="val 4091"/>
            </a:avLst>
          </a:prstGeom>
          <a:solidFill>
            <a:srgbClr val="F1F2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50024" y="169164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705002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0024" y="22860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protegida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0024" y="2670048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de tareas exigen ese token (Authorization: Bearer …). Sin token válido → error 401.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error 401 si el usuario no existe o si la contraseña no coincide — no se revela cuál falló.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frontend corriendo (npm run dev).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carga las tareas desde PostgreSQL.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tarea → recargar → sigue ahí (persistencia).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dato guardado en Prisma Studio.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el backend devuelve un token (Thunder Client).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token para entrar a una ruta protegida.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o token inválido → error 401.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funcionando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1F2F4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captura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048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99432" y="13716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1F2F4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828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captura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9432" y="24048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con tareas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1F2F4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10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captura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Studio (tabla User con hash)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9432" y="2953512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F1F2F4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410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captura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9432" y="39867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Client: token y ruta protegida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8336" cy="2926080"/>
          </a:xfrm>
          <a:prstGeom prst="roundRect">
            <a:avLst>
              <a:gd name="adj" fmla="val 3061"/>
            </a:avLst>
          </a:prstGeom>
          <a:solidFill>
            <a:srgbClr val="26333F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591056"/>
            <a:ext cx="146304" cy="146304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1790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frontend, backend y base de datos.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ORM (Prisma) y una migración.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tokens (JWT) y hashing (bcrypt).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3552" y="1371600"/>
            <a:ext cx="2688336" cy="2926080"/>
          </a:xfrm>
          <a:prstGeom prst="roundRect">
            <a:avLst>
              <a:gd name="adj" fmla="val 3061"/>
            </a:avLst>
          </a:prstGeom>
          <a:solidFill>
            <a:srgbClr val="26333F"/>
          </a:solidFill>
          <a:ln/>
        </p:spPr>
      </p:sp>
      <p:sp>
        <p:nvSpPr>
          <p:cNvPr id="9" name="Shape 7"/>
          <p:cNvSpPr/>
          <p:nvPr/>
        </p:nvSpPr>
        <p:spPr>
          <a:xfrm>
            <a:off x="3493008" y="1591056"/>
            <a:ext cx="146304" cy="146304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151790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9584" y="201168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PostgreSQL con Docker.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async/await y el CORS.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el token en el frontend.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1371600"/>
            <a:ext cx="2688336" cy="2926080"/>
          </a:xfrm>
          <a:prstGeom prst="roundRect">
            <a:avLst>
              <a:gd name="adj" fmla="val 3061"/>
            </a:avLst>
          </a:prstGeom>
          <a:solidFill>
            <a:srgbClr val="263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591056"/>
            <a:ext cx="146304" cy="146304"/>
          </a:xfrm>
          <a:prstGeom prst="ellipse">
            <a:avLst/>
          </a:prstGeom>
          <a:solidFill>
            <a:srgbClr val="0E9E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151790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5936" y="201168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desde el frontend.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cada usuario vea solo sus tareas.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para no re-loguear.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54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“Nuestra app pasó de ser un Task Manager en React a una aplicación full stack conectada a PostgreSQL y protegida con autenticación JWT.”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1]   ·   [Nombre 2]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Manager Full Stack</dc:title>
  <dc:subject>PptxGenJS Presentation</dc:subject>
  <dc:creator>Blake</dc:creator>
  <cp:lastModifiedBy>Blake</cp:lastModifiedBy>
  <cp:revision>1</cp:revision>
  <dcterms:created xsi:type="dcterms:W3CDTF">2026-07-05T19:42:37Z</dcterms:created>
  <dcterms:modified xsi:type="dcterms:W3CDTF">2026-07-05T19:42:37Z</dcterms:modified>
</cp:coreProperties>
</file>